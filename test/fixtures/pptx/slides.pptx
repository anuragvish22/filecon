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975AAD-8EAD-4B86-AF9D-8CF78ABDF5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0AE9E61-A89C-41A0-92E9-BF8BC29CB35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fileCon test slides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21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 small presentation written for the test fixtures.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